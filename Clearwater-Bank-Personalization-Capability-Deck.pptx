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session: we'll walk through a live demo of real-time website personalization using Salesforce's native platform, then discuss architecture, use cases, and implementation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problem. Every client has this pain. The key message: behavioral data exists but isn't being used to change the customer experience in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stages. Emphasize: this is all native Salesforce — no third-party tools, no custom middleware. The same platform that powers CRM now powers real-time web personalization.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slide. Walk through left to right: SDK captures events → Data Cloud ingests and builds profile → Real-time data graph with CIs → Personalization engine makes decisions → Content returned to website. All native, all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demo. Key message: this is not a mockup. Every personalized element you're about to see is served by Salesforce Personalization in real-time. The green 'LIVE' badges prove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use case. Demo it live: browse mortgage pages, return to homepage, show the green LIVE hero. Key message: no code change, no marketer manual work — behavioral data drives it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start anonymous in incognito, browse mortgage pages, see personalization, then 'log in' — show that identity resolution merges the anonymous history with the CRM profile. Mention cross-device: logging in on a new device inherits all prior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 recommender types. Key message: rule-based gives you control, AI gives you optimization. You can test both with an A/B experiment. Same recommender powers both website AND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sophistication story. We're not just deploying AI and hoping it works — we're running controlled experiments. 50/50 split, real metrics, statistical significance. Show the experiment badge on the demo PDP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crown jewel use case. Key message: the same AI recommender serves both the website in real-time and the email in batch. Cross-channel consistency without duplication of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slide. Each component row maps to a setup step. Useful for architects planning the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expectations. 6-7 weeks for Phase 1. Emphasize: after Phase 1, adding new personalization decisions takes minutes (marketer clicks Save), not weeks. The investment is front-loaded.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these with the technical audience. Each learning saves the client team days of debugging. Especially: schema field names, SDK constants, and IDR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clear next steps. The goal is to get them to commit to a use case workshop and a 6-week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Website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Salesforce Data 360 + Salesforce Personalization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Clearwater Bank | Demo &amp; Capability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[Prepared by: Your Name | 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generic digital experiences fail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visitor sees the same website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heroes, product pages, and CTAs are identical for a first-time visitor and a returning customer with 5 product views.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signals are captured but not acted 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tells you what visitors do. It doesn't change what they see next.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is manual and slow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teams create segment-based rules in spreadsheets. Changes take weeks to deploy. Testing is limited to A/B on headlines.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Cross-channel experiences are disconnected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visitor browses mortgage products on the website, then receives a generic savings email the next day.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data → real-time decisions → personalized content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page view, product browse, form submission, and click is captured by the Salesforce Interactions SDK and streamed to Data Cloud in real-time.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383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Cloud builds a unified customer profile through identity resolution. Calculated Insights count behavioral signals. Engagement signals feed AI models.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4389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Personalization engine evaluates a priority-ordered decision stack for every page view. First qualifying rule wins. Content is returned in milliseconds.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0" y="5394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 renders personalized content — hero banners, product recommendations, CTAs, and badges — all from Salesforce, all in real-time.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 from website to personalized content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19456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1B6CA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 SDK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219456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0F2A4A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Cloud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Streams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DMOs · IDR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0F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Graph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· Segments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219456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Stack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Rules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219456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1B6CA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Content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2788920"/>
            <a:ext cx="45720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0" y="2788920"/>
            <a:ext cx="45720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2788920"/>
            <a:ext cx="45720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9006840" y="2788920"/>
            <a:ext cx="45720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572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200ms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31520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response time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4572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16+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566160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zones per page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572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400800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across 16 points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35440" y="4572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235440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recommenders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Demo: Clearwater Bank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fictional Australian retail bank with real-time personalization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2377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5-page website with SDK integration (Home, Home Loans Hub, Mortgage Detail, Investment Detail, Online Banking)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personalization zones across all pages — each powered by a Salesforce decision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3474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targeting: browsing mortgage or investment pages triggers different homepage content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resolution: anonymous browsing merges with CRM profile on login or form submission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recommendations: ML-trained recommenders that optimize for application starts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Pre-qualification form: 4 events fire from 1 form (identity, email, phone, application start)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experiment: rule-based vs AI-powered cross-sell on the product detail page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1: Behavioral Website Personalization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content changes based on browsing behavior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41148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Visitor browses Mortgage Detail page 3+ times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SDK sends catalog events to Data Cloud (type: Home Loan)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Calculated Insight counts views per product category in real-time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Visitor navigates to Homepage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Personalization engine evaluates: HomeLoanViewCount ≥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Decision fires: hero changes to mortgage-specific content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5303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Visitor sees "Your home is closer than you think" — personalized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conversion by showing relevant content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deployment to change decisions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3657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Marketer controls targeting rules and content in Salesforce UI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4160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behavioral data powers web + email + SMS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4663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Measurable: conversion rate lift per personalization decision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2: Anonymous to Known — Identity Resolution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browsing history with CRM profile on login or form submission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91840" cy="384048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Visitor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Tracked by device cookie (deviceId)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Browses mortgage pages 5 times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Individual record created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Browse Engagement recorded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Sees behavioral personalization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291840" cy="3840480"/>
          </a:xfrm>
          <a:prstGeom prst="roundRect">
            <a:avLst>
              <a:gd name="adj" fmla="val 4167"/>
            </a:avLst>
          </a:prstGeom>
          <a:solidFill>
            <a:srgbClr val="0F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Event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5603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Fills pre-qualification form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 logs into online banking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sent to Data Cloud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IDR email match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Device cookie → CRM Contact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history merged instantly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474720" cy="3840480"/>
          </a:xfrm>
          <a:prstGeom prst="roundRect">
            <a:avLst>
              <a:gd name="adj" fmla="val 3947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Individual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5603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profile across all devices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browsing history attributed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CRM data enriches profile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Cross-device personalization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campaigns use browsing data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360° customer view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3: AI-Powered Product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ML-trained recommenders that optimize for business outcomes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303520" cy="2011680"/>
          </a:xfrm>
          <a:prstGeom prst="roundRect">
            <a:avLst>
              <a:gd name="adj" fmla="val 6818"/>
            </a:avLst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Recommender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define the logic. "Show all products except what they're viewing." Filters, exclusions, static ranking. Works immediately — no training needed.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303520" cy="2011680"/>
          </a:xfrm>
          <a:prstGeom prst="roundRect">
            <a:avLst>
              <a:gd name="adj" fmla="val 6818"/>
            </a:avLst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Objective-Based Recommender (AI)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learns from behavioral data. "Show products most likely to drive applications." Trains on engagement signals. Gets smarter over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10972800" cy="2011680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89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Recommendations Appear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937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257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"Products tailored to your profile" — 3 AI-picked products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0" y="4937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Detail Page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5257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may also consider" — cross-sell with A/B experiment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4937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5257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"Next Best Product" — single focused recommendation for authenticated users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61120" y="4937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0" y="5257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recommender powers batch personalization → personalized product email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4: Controlled A/B Experimentation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decisions about personalization investments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120640" cy="27432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(50%)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Recommender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complementary products, exclude current product"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business logic. Predictable. No training cost.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(50%)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7432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Objective-Based Recommender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products most likely to drive applications for THIS visitor"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ML-powered. Individually ranked. Learns over time.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Metric: Application Start Count  |  Secondary Metric: Product Click Count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577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experiment answers: "Does AI-driven cross-sell outperform traditional rule-based cross-sell?" Data tells you whether the investment in ML recommenders is justified.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5: Cross-Channel Personalization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behavior triggers personalized email via Marketing Cloud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Behavior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2011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browses mortgage products 3+ times on the website. SDK captures catalog events.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411480" cy="41148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Segment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Cloud segment: HomeLoanViewCount ≥ 3 AND no application in 30 days. Segment refreshes automatically.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Personalization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3749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AI recommender that personalizes the website pre-computes product recommendations for the entire segment.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411480" cy="41148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 Next Flow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4617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Segment-triggered flow sends personalized email. Each recipient gets individually selected products based on their browsing history.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53212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532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486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Experience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5486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sees mortgage products on website AND receives mortgage products in email. One recommender, two channels.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Components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powers each capability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Features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Salesforce Interactions SDK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Captures website behavior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 views, catalog events, identity, consent, form submissions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Cloud (Data 360)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 and unifies customer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streams, DMOs, DLO mappings, identity resolution, data graphs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Calculated Insights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behavioral aggregation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 product views per category, application starts, article clicks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 Signals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 for recommenders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ProductView, ProductClick, ApplicationStart — feed AI training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Personalization Engine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Makes real-time decisions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Priority-ordered decisions, targeting rules, CI-based conditions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product selection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Rule-based (business logic) and Objective-based (ML optimization)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Schemas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 response shape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Banner, Promo, Infobar, CTA Card, Life Event, Product Recommendation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 Next Flows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Cross-channel delivery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Segment-triggered, event-triggered, form-triggered, batch personalization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Takes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 and team requirements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Requirements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2011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weeks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0" y="20116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workshops, page architecture review, auth &amp; identity deep-dive, consent 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0F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28803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week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28803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Schema, DMO mappings, personalization points, data graphs, sitemap 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0F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49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3749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weeks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37490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Cloud config, sitemap build, SDK deployment, joint testing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0F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617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4617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week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4617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UAT across all layers — events, IDR, CIs, decisions, rendering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48640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0F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86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&amp; Hypercare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54864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week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54864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deployment, monitoring, handover documentation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6–7 weeks from kickoff to go-live for the first set of personalization use cases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Learnings from the Build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from building the Clearwater Bank demo end-to-end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CIs make segments optional for web personalization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7627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Insights count behavioral signals in real-time. Segments are needed only for MC Next flows and batch operations.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Resolution is the linchpin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9067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IDR, CIs can't link behavioral data to unified profiles. Email-based matching works in real-time; device-based matching requires batch processing.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SDK has strict naming rules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00507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events MUST use the SDK constant — custom names produce different field names. Profile events use user.attributes.eventType, not interaction.name.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field names must match SDK output exactly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91947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field named 'emailAddress' in the SDK vs 'email' in the schema causes silent data loss. Validate against actual Console output before uploading.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 the Default decision first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583387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personalization point needs a fallback. Visitors without behavioral data should never see a blank space.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24028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live demo walkthrough with your stakeholders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3–5 priority personalization use cases for your website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52044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474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page architecture and product data layer with your web team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Data Cloud and MC Next licensing requirements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8006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 6-week implementation sprint for Phase 1 use cases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544068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5394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success metrics: conversion rate lift, application starts, email engagement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5943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 | [Your Email] | [Your Title]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2026-08-01T05:28:02Z</dcterms:created>
  <dcterms:modified xsi:type="dcterms:W3CDTF">2026-08-01T05:28:02Z</dcterms:modified>
</cp:coreProperties>
</file>