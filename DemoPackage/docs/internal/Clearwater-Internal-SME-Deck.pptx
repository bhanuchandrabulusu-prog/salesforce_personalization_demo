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Salesforce Personalization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Kit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Internal: How to leverage the Clearwater Bank demo for client engagements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Personalization (Data 360) + Marketing Cloud Next (MC Next)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 — NOT FOR CLIENT DISTRIBUTION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Demo Shows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Salesforce Personalization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0" y="15544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SDK → Salesforce Data 360 → Personalization Engine → Live content rendering on a banking website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22128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pages, 16 personalization zones, 27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221284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Homepage, Home Loans Hub, Mortgage Detail, Investment Detail, Online Banking Dashboard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8712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product journeys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287121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Mortgage seeker → homepage adapts to home loans. Investment browser → homepage adapts to term deposits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5295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resolution live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352958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visitor fills form → all browsing history merges with CRM profile instantly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41879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recommenders + A/B experiment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418795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Objective-based recommender vs rule-based, with Application Start as primary metric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846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Pre-qualification 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48463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form fires 4 events to 4 data streams (identity, email, phone, application start)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5504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zone overlay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550468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shows every decision point, decision ID, and targeting rule on every page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Run the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installed (for localhost), Chrome browser, access to the Salesforce sandbox org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/path/to/ClearWater_Demo &amp;&amp; python -m http.server 3000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website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http://localhost:3000/clearwater-bank.html in Chrome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Console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F12 → Console tab (shows SDK events and personalization responses)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Incognito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demo run: open a fresh incognito window for a clean visitor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Talk Track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Clearwater-Demo-Talk-Track.md — 8-chapter script, 15-20 min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5120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Zones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5120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'Show Personalization Zones' toggle to reveal every decision point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715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5715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Alternative: Deploy to Netlify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5715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the folder to app.netlify.com for a shareable URL (no localhost needed)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Flow — 15-Minute Script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01168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Starting Point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incognito → generic homepage → turn on zone overlay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Intent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2606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mortgage pages 3x → show events in Console → wait for CI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Experience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3383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homepage → green LIVE hero → scroll to show all live zones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4160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Journey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4160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incognito → browse investment pages → show different hero content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4937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→ Identity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49377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pre-qualification form → 4 events fire → IDR merges profile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715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11680" y="5715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57150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 capabilities → next steps → open for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Deep-Dive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Clearwater Implementation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Interactions SDK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Captures website events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CDN script + custom sitemap.js with 12 event types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Streams (6)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Ingest events from SDK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Behavioral, Identity, ContactPoint Email/Phone, Address, PartyID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DMO Mappings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DLO fields to DMOs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+ custom Application Engagement DMO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 Resolution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 anonymous + known profiles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rules: Normalized Email, Lead to Contact, Device to Known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Graphs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Queryable profile structure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Profile (7 DMOs) + Standard Item (Goods Product)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 Signals (5)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 for recommenders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ProductView, ProductClick, AppStart, ArticleClick, Calculator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Calculated Insights (5)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aggregations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HomeLoanViewCount, InvestmentViewCount, AppStartCount + 2 more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Personalization Points (16)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zones on website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dynamic content (27 decisions) + 6 recommendation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Recommenders (4)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selection logic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rule-based + 2 objective-based (Maximize Application Starts)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Gotchas — Read Before You Build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list: Clearwater-Lessons-Learned.md (25 entries)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initSitemap() not mcis.setPageType() — legacy API doesn't exist in Data 360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consents: [] blocks ALL events — must include explicit OptIn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0545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0545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"Identity" is a reserved event type — use user.attributes.eventType instead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98094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field 'email' ≠ SDK field 'emailAddress' — silent data loss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456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isAnonymous is REQUIRED on identity events — SDK doesn't auto-populate 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constant ViewCatalogObject must be used — custom names change field flattening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4074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CIs can't be edited — delete and recreate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8289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88289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queries need IDR to have run — no IndividualIdentityLink = zero results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535838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35838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IDR works for email match — Device to Known may need batch run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83387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58338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personalization point needs a Default decision — never show blank content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Kit Assets — 20 Files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530352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clearwater-bank.html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website with live SDK + rendering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clearwater-sitemap.js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360 sitemap (12 event types)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clearwater-schema.json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connector schema (14 events)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clearwater-products.csv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financial products for Goods Product DMO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Capability-Deck.pptx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11-slide client-facing presentation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Demo-Talk-Track.md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8-chapter scripted demo (15-20 min)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Use-Case-Catalog.md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use cases with business value + effort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ROI-Framework.md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drivers, KPIs, ROI calculations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Lessons-Learned.md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gotchas + architecture decisions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Setup-Runbook.md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13-phase step-by-step reproduction guide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Testing-Guide.md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14-test validation script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All-Decision-Content.md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 decision content values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Recommender-Build-Guide.md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recommender instructions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Sitemap-Implementation-Guide.md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implementation: RACI, inputs, 21 assets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Client/Developer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Position This With Clients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Clients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0" y="1554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services, retail banking, wealth management, insurance — any B2C with a product catalog website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Conversation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2377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you personalising your website beyond A/B headline tests?" → Most aren't → demo opens the door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platform: same Salesforce Data 360 platform that powers CRM, segmentation, and email now powers real-time web personalisation — no third-party tools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4023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Target, Optimizely, Dynamic Yield. Our advantage: unified data layer. No data sync, no duplicate segments, no middleware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Engagement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4846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Half-day use case workshop ($X) → 6-week implementation sprint → Phase 1 go-live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Motion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5669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web personalisation → Phase 2: MC Next email → Phase 3: AI recommenders → Phase 4: Agentforce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Client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our web team need to change code for every new personalisation?"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After the initial Salesforce Interactions SDK script tag, new decisions are configured entirely in Salesforce Personalization. The Web Personalisation Manager can inject content without code.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long until we see results?"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personalised experience live in 6-7 weeks. Measurable conversion lift data within 2-4 weeks after go-live (depending on traffic).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the personalisation engine goes down?"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Flicker defence has a 2-second timeout. If no response, visitors see default content. No errors, no blank pages.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we use this with our existing CMS?"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Yes. The Salesforce Interactions SDK loads as a script tag on any website. Works with AEM, Sitecore, WordPress, React, Angular — any frontend.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does this compare to Adobe Target?"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do real-time web personalisation. Salesforce's advantage: unified data. Same Salesforce Data 360 powers CRM, email, SMS — no data replication.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 Need Help?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the Salesforce Personalisation practice for: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Demo environment access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 workshop facilitation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support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demo variations for specific industries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 | [Your Email]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[Practice Lead Name] | [Practice Lead Email]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2026-08-01T19:15:44Z</dcterms:created>
  <dcterms:modified xsi:type="dcterms:W3CDTF">2026-08-01T19:15:44Z</dcterms:modified>
</cp:coreProperties>
</file>