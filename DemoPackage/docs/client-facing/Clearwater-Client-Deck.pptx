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Set the stage: today we'll show you how your website can deliver individually personalized experiences in real-time, powered by the Salesforce native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THEIR context. Every bank has this pain. Adapt the examples to their specific website if you know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aspirational slide. Capture → Understand → Decide → Deliver. Emphasize: all native Salesforce platform, no middleware, no third-party personalization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high-level. Don't say DMO, DLO, CI. Say: captures behaviour, builds profiles, makes decisions, delivers content. The stats at the bottom are the proof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before the demo. The green LIVE badges prove it's real. Mention the personalization zone overlay — they'll see every decision point on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use case. Demo it: browse mortgage 3x → show homepage change. The left panel is what they see; the right panel is why they should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start anonymous → browse mortgage pages → fill form → show identity merge in real-time. Mention cross-device: Sarah logs in on her phone and sees her laptop browsing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stories in one slide: AI recommendations + experimentation. Key message: we don't just deploy AI and hope — we measure it against rules with real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Crown jewel use case. One data source, one AI model, two channels. No duplicate segment definitions, no data sync 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6-7 weeks for Phase 1 with 3-5 use cases. Emphasise: the investment is front-loaded. After go-live, adding new decisions is self-service.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concrete next steps. The goal: get them to commit to the use case workshop. That's the entry point for the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Website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Salesforce Data 360 &amp; Salesforce Personalization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behavioural data can transform your digital customer experience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[Client Name] | [Date] | Prepared by [Your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website captures rich behavioural data — but doesn't act on 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experiences for every visitor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first-time visitor and a returning customer who has browsed mortgage products 5 times see the same homepage hero, the same product recommendations, and the same CTAs.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signals go unused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analytics platform tells you what visitors do. But it doesn't change what they see next. The insight stops at a dashboard.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is slow and manual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personalized experience requires design, development, QA, and deployment. A new variant takes weeks, not minutes.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and email live in different worlds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visitor researches home loans on your website, then receives a generic savings email the next day. No continuity across channels.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website that adapts to every visitor — in real-time, with no code changes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2194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 view, product browse, and form submission is streamed to Salesforce Data 360 in real-time — building a behavioural profile for each visitor.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Resolution unifies anonymous browsing with CRM profiles. Calculated Insights aggregate signals in real-time. AI models learn preferences.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4206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engine evaluates each visitor's profile against your business rules and AI models — and selects the right content in milliseconds.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5212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website renders personalized heroes, product recommendations, and CTAs — all configured by your marketing team in Salesforce Personalization, no code deployment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82880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Interactions SDK captures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82880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0F2A4A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Data 360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Unifies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profiles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count signals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patterns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rules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best content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52560" y="182880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1B6CA8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banners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recs · CTAs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2423160"/>
            <a:ext cx="45720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26280" y="2423160"/>
            <a:ext cx="45720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0840" y="2423160"/>
            <a:ext cx="45720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8915400" y="2423160"/>
            <a:ext cx="45720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native Salesforce — no middleware, no third-party personalization tools, no data replication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754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200ms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3152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response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4754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56616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signals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754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code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40080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change decisions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5440" y="4754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Cross-channel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23544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Email + SMS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Show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demo using Clearwater Bank — a fictional retail banking website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Targeting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mortgage products → homepage hero adapts to mortgage content in real-time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Multi-Product Journeys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investment products → homepage hero adapts to investment content instead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Resolution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visitor fills a form → all prior browsing history merges with their profile instantly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Machine-learning ranked products tailored to each visitor's browsing behaviour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Continuity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4937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on a new device → browsing history from the previous device follows you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Marketer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is configured in the Salesforce UI — no code deployment to change content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mockup — every personalized element is served by Salesforce Personalization in real-time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Website Personalization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 adapts based on what each visitor does — not what segment they're 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365760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Visitor Journey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Visits the website — sees generic homepage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Browses home loan pages (3 times)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Returns to homepage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Hero banner changes to mortgage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CTA changes to 'Get Pre-Qualified'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Product recommendations shift to home loans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The entire page adapts — not just one zone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You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651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conversion: relevant content drives 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3154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changes: marketing controls decisions in Salesforce Personalization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3657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Real-time: adapts within the same browsing session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4160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Measurable: built-in attribution and A/B testing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663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Scalable: same engine powers unlimited personalizations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Anonymous Visitor to Known Customer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visitor identifies themselves, their entire browsing history follows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91840" cy="347472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Browsing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Tracked by browser cookie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Browses home loan pages 5 times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Behavioural profile built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Sees personalised homepage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291840" cy="3474720"/>
          </a:xfrm>
          <a:prstGeom prst="roundRect">
            <a:avLst>
              <a:gd name="adj" fmla="val 4167"/>
            </a:avLst>
          </a:prstGeom>
          <a:solidFill>
            <a:srgbClr val="0F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Event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Fills pre-qualification 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Or logs into online banking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Email sent to Salesforce Data 360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Identity resolved in real-time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Profile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All browsing history preserved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CRM data enriches profile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Cross-device continuity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160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Personalisation gets richer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across devices: log in on your phone → your laptop browsing history is already there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Recommendations with Built-In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0F2A4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 optimises for your business goal.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each visitor the products most likely to drive an application."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Trains on behavioural data. Gets smarter over time. Every visitor sees individually ranked products.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Experimentation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22860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guess — measure.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 visitors see rule-based recommendations.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see AI-optimised recommendations.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metric: application starts. Data tells you which approach wins.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Recommendations Appear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"Products for you" — 3 AI-picked products per visitor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may also consider" — cross-sell with A/B test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Banking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"Next Best Product" — single focused recommendation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3544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3544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AI powers email product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Cross-Channel: Web Behaviour → Personalised Email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intelligence that personalises your website also powers your email campaigns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Behaviour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2011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browses mortgage products on your website. Salesforce Data 360 captures every interaction.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411480" cy="4114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Segment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880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Data 360 automatically identifies: "Mortgage interest, no application in 30 days."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3749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recommender that picks website products generates personalised email content.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411480" cy="4114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Email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4617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Cloud Next (MC Next) sends a personalised email — each recipient gets individually selected products.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53212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532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Experience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5486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Mortgage content on the website AND mortgage products in the email. One model, two channels.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kickoff to first personalised experience in 6–7 weeks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2011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weeks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use cases, review website architecture, align on success metrics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Build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weeks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Salesforce Data 360, build Salesforce Personalization decisions, deploy Salesforce Interactions SDK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Validate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4023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week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4023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testing across all personalisation zones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29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&amp; Optimise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5029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week+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5029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deployment, monitoring, experiment analysis, iteration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go-live, new personalisation decisions take minutes — not sprints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Half-day use case workshop: define your top 3–5 personalisation priorities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651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architecture review with your digital team (1 session)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474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Data 360 and Marketing Cloud licensing assessment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38912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4297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6-week implementation sprint: first personalised experiences live in production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21208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212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5120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success metrics: conversion lift, engagement, email response rates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 | [Your Email] | [Your Title]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2026-08-01T19:15:44Z</dcterms:created>
  <dcterms:modified xsi:type="dcterms:W3CDTF">2026-08-01T19:15:44Z</dcterms:modified>
</cp:coreProperties>
</file>